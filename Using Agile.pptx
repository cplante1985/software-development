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6C52-5224-1E20-CAEF-1B82FEE84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7FBED-82BC-D84B-6AD0-1A521DB95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E8FA3-D7DF-118E-4A3E-F0F74579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EA469-30EF-B3E2-1601-328137B5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35358-53E3-4561-00B4-8ED604A9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9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D689-9E02-7CB7-19AF-4046CAE1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190FF-9B6A-13E8-C6DC-C83608944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5A1B-FA66-4213-B3AB-9DC64819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566D-CBC1-F0CD-475A-FA5C2602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6AEF-C018-D2B5-2736-51D2BABC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0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9E41-2E5D-8D17-2346-54BDA3E1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0AE3C-E3D1-83E3-4E3A-6F9515817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669E-070B-2347-ABF0-E5F60082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02AA2-3EFC-0B67-8B8F-F26745AB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8CF65-5728-ACE7-0724-B5E7971A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0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D8FB-8A54-1599-84AC-3D9BAF32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A1B4-D030-5810-48BB-52B78FD64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FFDC7-0E0D-C7FC-F05E-63515F3FE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8A789-A3DF-709C-668D-F90E22FA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3C0BE-6486-BF3E-4121-1351EDDB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EF501-A80B-2B10-73CF-45F8534A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9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896A-9DCD-11BE-B27A-6127206C3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36592-D53E-061E-3F31-2115D76CD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43A60-1949-C216-B0C6-FB316E89B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429EC-0ECF-8C12-BB1B-F18A9D2BC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8B2AF-B6D1-7E7F-2BB0-16531E4A0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CCC55-1346-76B9-B6A5-46514FB0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D3004-2804-08B5-295D-56BF5BC4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06B84B-9AD8-1BC2-85BD-5D5A6596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1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1F4A-A9F8-0601-A280-53AB550C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3C3D-D798-2A90-58B8-4991BCFF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6A420-BA1E-59FE-B649-49B43075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D59B7-A120-6BFC-0111-7F007272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06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D24CA-4A9D-5A29-76DD-756E49AE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380F4-0D8F-CF92-C607-2FEEB035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C46CD-03B5-0F95-CF9B-5313D37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10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B62C-314C-3FBE-E550-C47352FF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4ABE-D9C8-78AD-E4F2-61A81E536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06107-1761-51BE-ADC9-FBC9277E9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0ACB5-E5C3-995E-FEF7-9C9773AF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8078B-FCF4-C36A-9AFF-8B14E81F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4E9FC-F048-285A-CAAE-4551037F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35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7697-6669-E197-A8D0-4AB9C570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2E0A4-5C04-BC6C-CF37-A4D2EAFE0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C4257-81A9-007F-B3CA-749C28831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987C8-19BD-C0F8-82D4-C9CF6AD0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C68E9-263C-5D2C-A4BC-0765F476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92368-9685-FEE8-DC3E-E2032AF9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D55B-8A74-CE33-E01E-7B745E75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420AD-41CF-9724-6C4B-C5F1D067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184D5-F816-FCAF-6F26-7C92A245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45A50-01E0-3C39-06B9-CD24EEB2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08C0E-EF15-7F57-AFE2-4F9DA159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3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6D585-C819-6E4C-A7D6-2F5BF6BA9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31BD4-3B50-F86E-CE55-7FC674DA9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BBC3-514A-46B2-7584-A980DB6D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A8F5B-43C6-3208-86EA-44861F07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F84AE-B059-C046-8E64-6193B4D5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5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78656-607B-8CC6-3D10-09B79109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05299-0D84-7440-7F5B-F2C07B0CD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AC4D0-32D2-19A7-6488-2CB71EA98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AA5BF-7C5F-447C-AC67-1AB536B9AAE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F77ED-650E-78CA-5AE0-C12C0EA5A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9F7BF-FF94-6ECA-91B6-955BE8890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B4C4F-837F-48DD-996A-3E10E05E2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5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B9767-4F8C-0B15-A17D-3EA98F9CF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Using Agile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CAC7E-CD8E-FF2B-DAFD-7FFFEC25D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By: Chyna Plante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26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1C737-F726-CF10-E1D4-09B76733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Waterfall Model deep dive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C88A3-672F-14AA-1D52-279830F0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Waterfall Model is considered the standard in software development.</a:t>
            </a:r>
          </a:p>
          <a:p>
            <a:r>
              <a:rPr lang="en-US" dirty="0"/>
              <a:t>The method works like a waterfall. Each step moving in a downward motion.</a:t>
            </a:r>
          </a:p>
          <a:p>
            <a:r>
              <a:rPr lang="en-US" dirty="0"/>
              <a:t>Waterfall often uses these phases in this order : Requirements, Design, implementation, Verification and Maintenance.</a:t>
            </a:r>
          </a:p>
          <a:p>
            <a:r>
              <a:rPr lang="en-US" dirty="0"/>
              <a:t>Cons: Fixing mistakes/errors in later stages becomes an issue. Also, the ability to rework the project can become a challenge.</a:t>
            </a:r>
          </a:p>
        </p:txBody>
      </p:sp>
    </p:spTree>
    <p:extLst>
      <p:ext uri="{BB962C8B-B14F-4D97-AF65-F5344CB8AC3E}">
        <p14:creationId xmlns:p14="http://schemas.microsoft.com/office/powerpoint/2010/main" val="137586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E6AD4-9725-7DF8-5452-556FDE0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Agile Roles</a:t>
            </a:r>
            <a:br>
              <a:rPr lang="en-US" dirty="0"/>
            </a:br>
            <a:r>
              <a:rPr lang="en-US" dirty="0"/>
              <a:t>Scrum Team members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BDDA-EAEE-D759-121B-8F5DE494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4"/>
          </a:xfrm>
        </p:spPr>
        <p:txBody>
          <a:bodyPr>
            <a:normAutofit/>
          </a:bodyPr>
          <a:lstStyle/>
          <a:p>
            <a:r>
              <a:rPr lang="en-US" dirty="0"/>
              <a:t>Agile is used to complete software by instead of using a waterfall method. Using “sprints” lasting two to three weeks. And delegating tasks to the team members.</a:t>
            </a:r>
          </a:p>
          <a:p>
            <a:r>
              <a:rPr lang="en-US" dirty="0"/>
              <a:t>Scrum Master : role as the manager, overall job to make sure everything goes smoothly. Also advises the other team members on the project.</a:t>
            </a:r>
          </a:p>
          <a:p>
            <a:r>
              <a:rPr lang="en-US" dirty="0"/>
              <a:t>Product Owner: role is the spokesperson on  behalf of our stakeholders and users. Also tasked with updating the Backlog after every meeting. </a:t>
            </a:r>
          </a:p>
          <a:p>
            <a:r>
              <a:rPr lang="en-US" dirty="0"/>
              <a:t>Developers/testers: the backbone of the project, without the software could not be completed.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78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45F6D-1671-B74C-8EAE-3D2B4866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Agile Phases/Planning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6E1C-985B-B22C-4B6B-AD8562702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Planning used to set up the type of model the team will use to work on the project. Such as Scrum, Kanban, Extreme Programming and FDD (Feature-Driven Development</a:t>
            </a:r>
          </a:p>
          <a:p>
            <a:r>
              <a:rPr lang="en-US" dirty="0"/>
              <a:t>Design the outline of project. Discuss the required software requested by users and stakeholders.</a:t>
            </a:r>
          </a:p>
          <a:p>
            <a:r>
              <a:rPr lang="en-US" dirty="0"/>
              <a:t>Develop the software. One way having two developers using one computer.</a:t>
            </a:r>
          </a:p>
          <a:p>
            <a:r>
              <a:rPr lang="en-US" dirty="0"/>
              <a:t>Test look for errors and mistakes within the project</a:t>
            </a:r>
          </a:p>
          <a:p>
            <a:r>
              <a:rPr lang="en-US" dirty="0"/>
              <a:t>Review &amp; Adapt : before the end of the sprint, review the software. Communicate with the stakeholders on progress.</a:t>
            </a:r>
          </a:p>
        </p:txBody>
      </p:sp>
    </p:spTree>
    <p:extLst>
      <p:ext uri="{BB962C8B-B14F-4D97-AF65-F5344CB8AC3E}">
        <p14:creationId xmlns:p14="http://schemas.microsoft.com/office/powerpoint/2010/main" val="32100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9EEE9-B16E-AFFF-31B1-37877D47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Waterfall or Agile? Which to use?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99DB-3090-FB0D-EBA6-725C60526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Waterfall is a linear approach to software development meanwhile Agile is more flexible.</a:t>
            </a:r>
          </a:p>
          <a:p>
            <a:r>
              <a:rPr lang="en-US" dirty="0"/>
              <a:t>Agile is continuously checked over by our buyer i.e., stakeholders however waterfall shows the completion product only.</a:t>
            </a:r>
          </a:p>
          <a:p>
            <a:r>
              <a:rPr lang="en-US" dirty="0"/>
              <a:t>Waterfall only has customers involvement at the beginning however Agile presents active involvement, opinion and review.</a:t>
            </a:r>
          </a:p>
          <a:p>
            <a:r>
              <a:rPr lang="en-US" dirty="0"/>
              <a:t>Waterfall is best for predictable projects, repeat customers and a fixed schedule.</a:t>
            </a:r>
          </a:p>
          <a:p>
            <a:r>
              <a:rPr lang="en-US" dirty="0"/>
              <a:t>Agile is best for changing products, experimental workers and high stakeholder involvement. </a:t>
            </a:r>
          </a:p>
        </p:txBody>
      </p:sp>
    </p:spTree>
    <p:extLst>
      <p:ext uri="{BB962C8B-B14F-4D97-AF65-F5344CB8AC3E}">
        <p14:creationId xmlns:p14="http://schemas.microsoft.com/office/powerpoint/2010/main" val="73498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4ECCC-3118-47C4-AFC9-CF28EA52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Work Cited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572D-893A-F960-F3BD-1D1EC29A1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</a:rPr>
              <a:t>Harriet E. Watkins, &amp; Robert F. Williams. (2026). </a:t>
            </a:r>
            <a:r>
              <a:rPr lang="en-US" sz="2400" i="1" dirty="0">
                <a:effectLst/>
              </a:rPr>
              <a:t>Academic Coaching in Modern Online Education</a:t>
            </a:r>
            <a:r>
              <a:rPr lang="en-US" sz="2400" dirty="0">
                <a:effectLst/>
              </a:rPr>
              <a:t>. Information Science Reference. </a:t>
            </a:r>
          </a:p>
          <a:p>
            <a:r>
              <a:rPr lang="en-US" sz="2400" dirty="0">
                <a:effectLst/>
              </a:rPr>
              <a:t>Sibylle Peter, Martin Kropp, Torgeir Dingsøyr, Clare Dillon, &amp; Philipp Diebold. (2026). </a:t>
            </a:r>
            <a:r>
              <a:rPr lang="en-US" sz="2400" i="1" dirty="0">
                <a:effectLst/>
              </a:rPr>
              <a:t>Agile Processes in Software Engineering and Extreme Programming – Workshops</a:t>
            </a:r>
            <a:r>
              <a:rPr lang="en-US" sz="2400" dirty="0">
                <a:effectLst/>
              </a:rPr>
              <a:t>. Springer Nature Switzerland. </a:t>
            </a:r>
          </a:p>
          <a:p>
            <a:r>
              <a:rPr lang="en-US" sz="2400" dirty="0">
                <a:effectLst/>
              </a:rPr>
              <a:t>Ilaria Mariani, Jennifer Edmond, George Manias, &amp; Maria Panou. (2026). </a:t>
            </a:r>
            <a:r>
              <a:rPr lang="en-US" sz="2400" i="1" dirty="0">
                <a:effectLst/>
              </a:rPr>
              <a:t>AI for Democracy</a:t>
            </a:r>
            <a:r>
              <a:rPr lang="en-US" sz="2400" dirty="0">
                <a:effectLst/>
              </a:rPr>
              <a:t>. Springer Nature Switzerland. </a:t>
            </a:r>
          </a:p>
          <a:p>
            <a:r>
              <a:rPr lang="en-US" sz="2400" dirty="0">
                <a:effectLst/>
              </a:rPr>
              <a:t>Mohammed Saqr, &amp; Sonsoles López-Pernas. (2026). </a:t>
            </a:r>
            <a:r>
              <a:rPr lang="en-US" sz="2400" i="1" dirty="0">
                <a:effectLst/>
              </a:rPr>
              <a:t>Advanced Learning Analytics Methods</a:t>
            </a:r>
            <a:r>
              <a:rPr lang="en-US" sz="2400" dirty="0">
                <a:effectLst/>
              </a:rPr>
              <a:t>. Springer Nature Switzerland. </a:t>
            </a:r>
          </a:p>
          <a:p>
            <a:r>
              <a:rPr lang="en-US" sz="2400" dirty="0">
                <a:effectLst/>
              </a:rPr>
              <a:t>Matt Bower, &amp; Belinda von Mengersen. (2026). </a:t>
            </a:r>
            <a:r>
              <a:rPr lang="en-US" sz="2400" i="1" dirty="0">
                <a:effectLst/>
              </a:rPr>
              <a:t>Creative Technologies Education : Students As Digital Designers</a:t>
            </a:r>
            <a:r>
              <a:rPr lang="en-US" sz="2400" dirty="0">
                <a:effectLst/>
              </a:rPr>
              <a:t>. Routledge.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2665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Using Agile</vt:lpstr>
      <vt:lpstr>Waterfall Model deep dive</vt:lpstr>
      <vt:lpstr>Agile Roles Scrum Team members</vt:lpstr>
      <vt:lpstr>Agile Phases/Planning</vt:lpstr>
      <vt:lpstr>Waterfall or Agile? Which to use?</vt:lpstr>
      <vt:lpstr>Work Cited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Agile</dc:title>
  <dc:creator>Chyna WHITE</dc:creator>
  <cp:lastModifiedBy>Chyna WHITE</cp:lastModifiedBy>
  <cp:revision>1</cp:revision>
  <dcterms:created xsi:type="dcterms:W3CDTF">2026-06-16T17:13:12Z</dcterms:created>
  <dcterms:modified xsi:type="dcterms:W3CDTF">2026-06-16T19:39:52Z</dcterms:modified>
</cp:coreProperties>
</file>